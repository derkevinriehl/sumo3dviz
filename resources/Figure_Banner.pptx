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999538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3426" y="-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647957"/>
            <a:ext cx="6749654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079510"/>
            <a:ext cx="6749654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987058"/>
            <a:ext cx="7762102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649565"/>
            <a:ext cx="7762102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4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053960"/>
            <a:ext cx="3824804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053960"/>
            <a:ext cx="3824804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90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10792"/>
            <a:ext cx="7762102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970560"/>
            <a:ext cx="380722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446217"/>
            <a:ext cx="3807226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970560"/>
            <a:ext cx="382597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446217"/>
            <a:ext cx="3825976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72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46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65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63948"/>
            <a:ext cx="290258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70055"/>
            <a:ext cx="4556016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187768"/>
            <a:ext cx="290258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1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63948"/>
            <a:ext cx="290258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70055"/>
            <a:ext cx="4556016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187768"/>
            <a:ext cx="290258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72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47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10792"/>
            <a:ext cx="1940525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10792"/>
            <a:ext cx="5709082" cy="33552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1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10792"/>
            <a:ext cx="7762102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053960"/>
            <a:ext cx="7762102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669615"/>
            <a:ext cx="202489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2174-EBDB-4713-8469-16DBD48100C7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669615"/>
            <a:ext cx="3037344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669615"/>
            <a:ext cx="202489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63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B08768-8199-49A9-92DC-625711C1AB00}"/>
              </a:ext>
            </a:extLst>
          </p:cNvPr>
          <p:cNvSpPr/>
          <p:nvPr/>
        </p:nvSpPr>
        <p:spPr>
          <a:xfrm>
            <a:off x="3587780" y="1203898"/>
            <a:ext cx="1440000" cy="144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25EAC5-6007-490B-AF74-A17847DF7A67}"/>
              </a:ext>
            </a:extLst>
          </p:cNvPr>
          <p:cNvGrpSpPr/>
          <p:nvPr/>
        </p:nvGrpSpPr>
        <p:grpSpPr>
          <a:xfrm>
            <a:off x="3685481" y="1204322"/>
            <a:ext cx="1244601" cy="1200151"/>
            <a:chOff x="2692399" y="646674"/>
            <a:chExt cx="1244601" cy="1200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8C6782A-F988-4A01-A394-A7C79EA466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27" t="17985" r="16852" b="17677"/>
            <a:stretch/>
          </p:blipFill>
          <p:spPr>
            <a:xfrm>
              <a:off x="2692399" y="646674"/>
              <a:ext cx="1244601" cy="12001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750C4F-7A25-43C4-A717-22DD38B9C25B}"/>
                </a:ext>
              </a:extLst>
            </p:cNvPr>
            <p:cNvSpPr txBox="1"/>
            <p:nvPr/>
          </p:nvSpPr>
          <p:spPr>
            <a:xfrm>
              <a:off x="3056269" y="1412094"/>
              <a:ext cx="55496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ln w="12700">
                    <a:solidFill>
                      <a:srgbClr val="1E4A99"/>
                    </a:solidFill>
                  </a:ln>
                  <a:solidFill>
                    <a:schemeClr val="bg1"/>
                  </a:solidFill>
                  <a:latin typeface="Arial Black" panose="020B0A04020102020204" pitchFamily="34" charset="0"/>
                </a:rPr>
                <a:t>3D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36E0C12-C320-45D9-8618-2F4ABBD8D9EE}"/>
              </a:ext>
            </a:extLst>
          </p:cNvPr>
          <p:cNvSpPr txBox="1"/>
          <p:nvPr/>
        </p:nvSpPr>
        <p:spPr>
          <a:xfrm rot="20048740">
            <a:off x="3740181" y="166952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E4A9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7C9D9B-B1C8-482C-B94B-01C1C6DF3C8E}"/>
              </a:ext>
            </a:extLst>
          </p:cNvPr>
          <p:cNvSpPr txBox="1"/>
          <p:nvPr/>
        </p:nvSpPr>
        <p:spPr>
          <a:xfrm rot="990875">
            <a:off x="3860838" y="136576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E4A9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6464B3-464E-48F7-8102-E55C92A2F5AD}"/>
              </a:ext>
            </a:extLst>
          </p:cNvPr>
          <p:cNvSpPr txBox="1"/>
          <p:nvPr/>
        </p:nvSpPr>
        <p:spPr>
          <a:xfrm rot="20374271">
            <a:off x="4455945" y="149550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E4A9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144E2D-FDEB-43DE-9D56-6CD476F2BC66}"/>
              </a:ext>
            </a:extLst>
          </p:cNvPr>
          <p:cNvSpPr txBox="1"/>
          <p:nvPr/>
        </p:nvSpPr>
        <p:spPr>
          <a:xfrm rot="421931">
            <a:off x="4518611" y="177296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E4A9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6F6B55-3F34-4082-A700-0E4FF17214F7}"/>
              </a:ext>
            </a:extLst>
          </p:cNvPr>
          <p:cNvSpPr txBox="1"/>
          <p:nvPr/>
        </p:nvSpPr>
        <p:spPr>
          <a:xfrm>
            <a:off x="3939545" y="228401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E4A9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 I Z</a:t>
            </a:r>
          </a:p>
        </p:txBody>
      </p:sp>
    </p:spTree>
    <p:extLst>
      <p:ext uri="{BB962C8B-B14F-4D97-AF65-F5344CB8AC3E}">
        <p14:creationId xmlns:p14="http://schemas.microsoft.com/office/powerpoint/2010/main" val="398903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10</cp:revision>
  <dcterms:created xsi:type="dcterms:W3CDTF">2026-01-21T20:25:26Z</dcterms:created>
  <dcterms:modified xsi:type="dcterms:W3CDTF">2026-02-11T12:47:48Z</dcterms:modified>
</cp:coreProperties>
</file>